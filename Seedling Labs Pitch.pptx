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F38312-3B8E-46BE-9320-5138A3C6CC50}">
  <a:tblStyle styleId="{1CF38312-3B8E-46BE-9320-5138A3C6CC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04987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AI-Powered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GitHub Issue Assistant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48087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Turning Chaos into Actionable Insights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291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Seedling Labs Engineering Intern Craft Case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762000"/>
            <a:ext cx="5450681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Problem: </a:t>
            </a:r>
            <a:r>
              <a:rPr lang="en-US" sz="18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Notification Fatigue</a:t>
            </a:r>
            <a:endParaRPr/>
          </a:p>
        </p:txBody>
      </p:sp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2097285"/>
            <a:ext cx="519112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High-velocity engineering teams are drowning in GitHub issues.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62000" y="3392685"/>
            <a:ext cx="5191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Manual triage kills productivity. Developers waste hours switching contexts to read logs, assess impact, and draft replies.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4754760"/>
            <a:ext cx="5191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need a way to cut through the noise.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295275" y="2139404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From Passive Analysis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to </a:t>
            </a:r>
            <a:r>
              <a:rPr lang="en-US" sz="48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Agentic Assistance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286000" y="408994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tool that doesn't just summarize, but understands context, assesses business impact, and takes the first step towards resolution.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7472"/>
            <a:ext cx="3492400" cy="285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397472"/>
            <a:ext cx="3492549" cy="285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397472"/>
            <a:ext cx="3492400" cy="285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Core Philosophy: </a:t>
            </a:r>
            <a:r>
              <a:rPr lang="en-US" sz="36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Agentic Thinking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962025" y="3435697"/>
            <a:ext cx="186023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Intelligent Triage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962025" y="3829942"/>
            <a:ext cx="27113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Moves beyond simple summaries. Uses a "Product Manager" persona to determine if a bug is truly critical or just noise.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4740175" y="3435697"/>
            <a:ext cx="1460182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Active Action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740175" y="3829942"/>
            <a:ext cx="27114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Doesn't stop at analysis. Generates professional draft responses to close the loop immediately.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518475" y="3435697"/>
            <a:ext cx="208026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Robust Engineering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518475" y="3829942"/>
            <a:ext cx="27113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Built with caching, error handling, and strict type validation to ensure production-grade reliability.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81657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175" y="281657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8475" y="281657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Architecture: </a:t>
            </a:r>
            <a:r>
              <a:rPr lang="en-US" sz="36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Modular Monolith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71500" y="2356395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Designed for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Seedling's PDaaS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model: balancing separation of concerns with rapid deployment.</a:t>
            </a:r>
            <a:endParaRPr/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37320"/>
            <a:ext cx="5238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1047750" y="3175545"/>
            <a:ext cx="4762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React + Vite + Tailwind (Snappy UI)</a:t>
            </a:r>
            <a:endParaRPr dirty="0"/>
          </a:p>
        </p:txBody>
      </p:sp>
      <p:sp>
        <p:nvSpPr>
          <p:cNvPr id="132" name="Google Shape;132;p17"/>
          <p:cNvSpPr txBox="1"/>
          <p:nvPr/>
        </p:nvSpPr>
        <p:spPr>
          <a:xfrm>
            <a:off x="1047750" y="375657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Backend: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FastAPI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+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Pydantic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(Validation)</a:t>
            </a:r>
            <a:endParaRPr dirty="0"/>
          </a:p>
        </p:txBody>
      </p:sp>
      <p:sp>
        <p:nvSpPr>
          <p:cNvPr id="133" name="Google Shape;133;p17"/>
          <p:cNvSpPr txBox="1"/>
          <p:nvPr/>
        </p:nvSpPr>
        <p:spPr>
          <a:xfrm>
            <a:off x="1047750" y="4337595"/>
            <a:ext cx="50482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Core: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Google Gemini </a:t>
            </a:r>
            <a:r>
              <a:rPr lang="en-US" sz="1800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2.0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Flash (1M Context)</a:t>
            </a:r>
            <a:endParaRPr dirty="0"/>
          </a:p>
        </p:txBody>
      </p:sp>
      <p:sp>
        <p:nvSpPr>
          <p:cNvPr id="134" name="Google Shape;134;p17"/>
          <p:cNvSpPr txBox="1"/>
          <p:nvPr/>
        </p:nvSpPr>
        <p:spPr>
          <a:xfrm>
            <a:off x="1047750" y="491862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Ops: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Docker Compose for &lt; 5 min setup</a:t>
            </a:r>
            <a:endParaRPr dirty="0"/>
          </a:p>
        </p:txBody>
      </p:sp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231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04195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8522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66245"/>
            <a:ext cx="33337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Agentic Workflow</a:t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571500" y="3450877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632495" y="3260377"/>
            <a:ext cx="419100" cy="4191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507968" y="3869977"/>
            <a:ext cx="2668302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Ingest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71500" y="4252763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Fetch Issue Title, Body &amp; Comments via GitHub API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468415" y="3260377"/>
            <a:ext cx="419100" cy="4191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343888" y="3869977"/>
            <a:ext cx="2668302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Persona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407419" y="4252763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Apply "Senior PM" Persona with Few-Shot Examples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304335" y="3260377"/>
            <a:ext cx="419100" cy="4191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179808" y="3869977"/>
            <a:ext cx="2668302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Validate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243339" y="4252763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Enforce strict JSON schema via Pydantic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0140255" y="3260377"/>
            <a:ext cx="419100" cy="4191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9015728" y="3869977"/>
            <a:ext cx="2668302" cy="230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Act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079259" y="4252763"/>
            <a:ext cx="2541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Generate Priority Score &amp; Draft Response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0BEB4E9-B96E-47B4-ED8E-3A020904979D}"/>
              </a:ext>
            </a:extLst>
          </p:cNvPr>
          <p:cNvSpPr/>
          <p:nvPr/>
        </p:nvSpPr>
        <p:spPr>
          <a:xfrm>
            <a:off x="1632495" y="3263100"/>
            <a:ext cx="401628" cy="41637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B050"/>
                </a:solidFill>
              </a:ln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AA3E5E5-636B-2661-928A-0DA5EF8D6789}"/>
              </a:ext>
            </a:extLst>
          </p:cNvPr>
          <p:cNvSpPr/>
          <p:nvPr/>
        </p:nvSpPr>
        <p:spPr>
          <a:xfrm>
            <a:off x="4485887" y="3260377"/>
            <a:ext cx="401628" cy="41637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4BA26C-153C-ADD6-3836-3AB94520CA94}"/>
              </a:ext>
            </a:extLst>
          </p:cNvPr>
          <p:cNvSpPr/>
          <p:nvPr/>
        </p:nvSpPr>
        <p:spPr>
          <a:xfrm>
            <a:off x="7268158" y="3260377"/>
            <a:ext cx="401628" cy="41637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64C3C7E-20CE-C2B8-1DB1-79F55D9C06A1}"/>
              </a:ext>
            </a:extLst>
          </p:cNvPr>
          <p:cNvSpPr/>
          <p:nvPr/>
        </p:nvSpPr>
        <p:spPr>
          <a:xfrm>
            <a:off x="10140255" y="3260377"/>
            <a:ext cx="401628" cy="41637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8E3D0573-659F-94A3-5BFC-BA7CCA8D5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78707" y="3325639"/>
            <a:ext cx="326676" cy="326676"/>
          </a:xfrm>
          <a:prstGeom prst="rect">
            <a:avLst/>
          </a:prstGeom>
        </p:spPr>
      </p:pic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E0C30808-18CF-BC4E-752B-BFC0C8D4A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4662" y="3325639"/>
            <a:ext cx="326676" cy="326676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7484D4A8-0847-7D15-6543-F750EC6C2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5634" y="3325639"/>
            <a:ext cx="326676" cy="326676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5906AFF5-66DC-93A8-3DD2-4CB211597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7731" y="3314126"/>
            <a:ext cx="326676" cy="326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84102"/>
            <a:ext cx="5238750" cy="247828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Going the Extra Mile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660832" y="2974627"/>
            <a:ext cx="468058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Why these matter?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72275" y="3519338"/>
            <a:ext cx="44577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They shift the tool from a "Toy Script" to a "Product". They demonstrate empathy for the user's workflow and budget.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047750" y="205159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Smart Caching: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In-memory caching reduces API costs and latency for repeated views.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047750" y="297552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Confidence Score: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Visual indicator (0-100%) warns users if the AI is hallucinating.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47750" y="3899445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Draft Response: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Pre-writes a polite, context-aware reply to the maintainer.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47750" y="4823370"/>
            <a:ext cx="476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One-Click Export: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Formatted output ready for Slack, Jira, or direct clipboard copy.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9922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2314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4707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70995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2162"/>
            <a:ext cx="6163408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307910" y="2502630"/>
            <a:ext cx="4690586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Live Demo</a:t>
            </a:r>
            <a:endParaRPr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1419590" y="3355181"/>
            <a:ext cx="44672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Experience the Agentic Workflow in Action</a:t>
            </a:r>
            <a:endParaRPr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855785" y="3921982"/>
            <a:ext cx="5594837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sng" strike="noStrike" cap="none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https://seedlinglabs-ai-github-issue-assistant.vercel.app</a:t>
            </a:r>
            <a:endParaRPr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67A83E-0688-FA43-B314-7323BCC79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318" y="106670"/>
            <a:ext cx="4170926" cy="64970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71501" y="4572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Impact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499" y="2108745"/>
            <a:ext cx="3279531" cy="2077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&lt; 3s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4341556" y="2360059"/>
            <a:ext cx="879688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Average Analysis Time</a:t>
            </a:r>
            <a:endParaRPr dirty="0"/>
          </a:p>
        </p:txBody>
      </p:sp>
      <p:sp>
        <p:nvSpPr>
          <p:cNvPr id="192" name="Google Shape;192;p21"/>
          <p:cNvSpPr txBox="1"/>
          <p:nvPr/>
        </p:nvSpPr>
        <p:spPr>
          <a:xfrm>
            <a:off x="4341557" y="2961537"/>
            <a:ext cx="7545644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Thanks to Google Gemini </a:t>
            </a:r>
            <a:r>
              <a:rPr lang="en-US" sz="165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2.0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Flash and intelligent caching, insights are delivered near-instantly, keeping developers in their flow state.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Sprouting Further: </a:t>
            </a:r>
            <a:r>
              <a:rPr lang="en-US" sz="36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Roadmap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571500" y="3131790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Phase 1: Batch Analysis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571500" y="3676501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Analyze an entire repository at once to identify "hot spots" or neglected legacy bugs using bulk processing.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6381750" y="2974627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Phase 2: RAG Integration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381750" y="3519338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Connect to the codebase via RAG (Retrieval Augmented Generation) to suggest actual </a:t>
            </a:r>
            <a:r>
              <a:rPr lang="en-US" sz="165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code fixes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alongside the text summary.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571500" y="571500"/>
            <a:ext cx="1160145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Production Ready</a:t>
            </a:r>
            <a:endParaRPr/>
          </a:p>
        </p:txBody>
      </p:sp>
      <p:graphicFrame>
        <p:nvGraphicFramePr>
          <p:cNvPr id="209" name="Google Shape;209;p23"/>
          <p:cNvGraphicFramePr/>
          <p:nvPr>
            <p:extLst>
              <p:ext uri="{D42A27DB-BD31-4B8C-83A1-F6EECF244321}">
                <p14:modId xmlns:p14="http://schemas.microsoft.com/office/powerpoint/2010/main" val="2503963079"/>
              </p:ext>
            </p:extLst>
          </p:nvPr>
        </p:nvGraphicFramePr>
        <p:xfrm>
          <a:off x="571500" y="2580233"/>
          <a:ext cx="11048975" cy="18669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4ADE80"/>
                          </a:solidFill>
                          <a:sym typeface="Urbanist"/>
                        </a:rPr>
                        <a:t>Environment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rgbClr val="4ADE80"/>
                          </a:solidFill>
                          <a:sym typeface="Urbanist"/>
                        </a:rPr>
                        <a:t>Frontend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4ADE80"/>
                          </a:solidFill>
                          <a:sym typeface="Urbanist"/>
                        </a:rPr>
                        <a:t>Backend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4ADE80"/>
                          </a:solidFill>
                          <a:sym typeface="Urbanist"/>
                        </a:rPr>
                        <a:t>Orchestration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Local Dev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Vite React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 err="1">
                          <a:solidFill>
                            <a:schemeClr val="bg1"/>
                          </a:solidFill>
                          <a:sym typeface="Urbanist"/>
                        </a:rPr>
                        <a:t>FastAPI</a:t>
                      </a:r>
                      <a:r>
                        <a:rPr lang="en-US" sz="1500" b="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 Reload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Docker Compose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Production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 err="1">
                          <a:solidFill>
                            <a:schemeClr val="bg1"/>
                          </a:solidFill>
                          <a:sym typeface="Urbanist"/>
                        </a:rPr>
                        <a:t>Vercel</a:t>
                      </a:r>
                      <a:r>
                        <a:rPr lang="en-US" sz="1500" b="0" u="none" strike="noStrike" cap="none" dirty="0">
                          <a:solidFill>
                            <a:schemeClr val="bg1"/>
                          </a:solidFill>
                          <a:sym typeface="Urbanist"/>
                        </a:rPr>
                        <a:t> Edge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 err="1">
                          <a:solidFill>
                            <a:schemeClr val="bg1"/>
                          </a:solidFill>
                          <a:sym typeface="Urbanist"/>
                        </a:rPr>
                        <a:t>Vercel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p23"/>
          <p:cNvSpPr txBox="1"/>
          <p:nvPr/>
        </p:nvSpPr>
        <p:spPr>
          <a:xfrm>
            <a:off x="571500" y="4732883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Setup time is optimized to be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under 5 minutes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for any new engineer joining the team.</a:t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>
            <a:off x="571500" y="3180308"/>
            <a:ext cx="2450008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3021508" y="3180308"/>
            <a:ext cx="2291953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5313461" y="3180308"/>
            <a:ext cx="3287762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8601223" y="3180308"/>
            <a:ext cx="3019276" cy="190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3813720"/>
            <a:ext cx="24500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021508" y="3813720"/>
            <a:ext cx="22919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313461" y="3813720"/>
            <a:ext cx="32877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8601223" y="3813720"/>
            <a:ext cx="30192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571500" y="4432845"/>
            <a:ext cx="245000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3021508" y="4432845"/>
            <a:ext cx="2291953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313461" y="4432845"/>
            <a:ext cx="328776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601223" y="4432845"/>
            <a:ext cx="3019276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295275" y="191452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Ready to Grow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30194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3895725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https://github.com/venug3727/Seedling-Labs-AI-Powered-GitHub-Issue-Assistant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71500" y="4419600"/>
            <a:ext cx="1104900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https://seedlinglabs-ai-github-issue-assistant.vercel.app</a:t>
            </a:r>
            <a:endParaRPr dirty="0"/>
          </a:p>
        </p:txBody>
      </p:sp>
      <p:pic>
        <p:nvPicPr>
          <p:cNvPr id="232" name="Google Shape;2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6407" y="4022775"/>
            <a:ext cx="2000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41431" y="4505261"/>
            <a:ext cx="20955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516</Words>
  <Application>Microsoft Office PowerPoint</Application>
  <PresentationFormat>Widescreen</PresentationFormat>
  <Paragraphs>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Venu Gopal</cp:lastModifiedBy>
  <cp:revision>3</cp:revision>
  <dcterms:modified xsi:type="dcterms:W3CDTF">2025-12-03T16:34:03Z</dcterms:modified>
</cp:coreProperties>
</file>